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Class 12 Physics — 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Electric Charges and Fields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CBSE • Concept-focused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1. Electric 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Electric charge is a fundamental property of matter.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Two types: positive (+) and negative (−).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Like charges repel; unlike charges attract.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SI unit: coulomb (C).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Charge is quantized: q = 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2. Properties of 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Conservation: total charge of an isolated system remains constant.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Quantization: q = ne, where n is an integer and e is elementary charge.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Additivity: net charge is the algebraic sum of individual charges.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3. Coulomb’s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For two point charges separated by distance r: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F = (1 / 4πε₀) |q₁q₂| / r²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Force acts along the line joining the charges.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Like charges repel; unlike charges attract.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In vacuum, k = 1/(4πε₀) ≈ 9 × 10⁹ N m² C⁻².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4. Principle of Superposition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The net electrostatic force on a charge is the vector sum of the forces due to all other charges.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F⃗net = F⃗₁ + F⃗₂ + F⃗₃ + …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This is useful for systems containing several point charges.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5. Electric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Electric field at a point is the force experienced by a unit positive test charge.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E⃗ = F⃗ / q₀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SI unit: N/C (also V/m).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For a point charge: E = (1 / 4πε₀) |q| / r².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6. Electric Field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Field lines show the direction of the electric field.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They start from positive charges and end on negative charges (or infinity).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The tangent gives the field direction.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Closer lines indicate a stronger field.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Electric field lines never intersect.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7. Electric Dipole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An electric dipole consists of two equal and opposite charges separated by a small distance.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Dipole moment: p⃗ = q d⃗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Direction: from negative charge to positive charge.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SI unit: C·m.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8. Dipole in an Electric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A dipole in a uniform electric field experiences torque tending to align it with the field.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τ = pE sin θ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Potential energy: U = −pE cos θ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Stable equilibrium occurs when the dipole is aligned with the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9. Electric 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Electric flux measures how much electric field passes through a surface.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ΦE = E⃗ · A⃗ = EA cos θ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SI unit: N·m²/C.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For a non-uniform field, flux is evaluated over the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10. Gauss’s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The total electric flux through a closed surface equals the enclosed charge divided by ε₀.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ΦE = q_enclosed / ε₀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Gauss’s law is especially useful for highly symmetric charge distributions.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11. Applications of Gauss’s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Common symmetric cases: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Infinite line of charge → E ∝ 1/r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Infinite plane sheet → E = σ/(2ε₀)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Spherical shell → outside behaves like a point charge; inside an ideal shell E = 0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Symmetry helps us choose a convenient Gaussian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12. Quick Formula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Coulomb’s law: F = k|q₁q₂|/r²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Electric field: E = F/q₀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Point charge: E = k|q|/r²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Dipole moment: p = qd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Torque: τ = pE sinθ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Flux: ΦE = EA cosθ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Gauss’s law: ΦE = q/ε₀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k = 1/(4πε₀).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13. Exam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Draw vectors and field directions before calculating.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Electric field is a vector; charge is scalar.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Use superposition for multiple charges.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Look for symmetry before applying Gauss’s law.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Keep SI units consistent.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• Practice field-line, dipole and Gaussian-surface diagrams.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F8FF"/>
                </a:solidFill>
              </a:defRPr>
            </a:pPr>
            <a:r>
              <a:t>14.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Chapter 1 builds the foundation of electrostatics: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Charge → Coulomb’s law → Electric field → Field lines → Dipole → Electric flux → Gauss’s law → Applications.</a:t>
            </a: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E1EBF2"/>
                </a:solidFill>
              </a:defRPr>
            </a:pPr>
            <a:r>
              <a:t>Master the concepts and vector directions first; formulas become much easier to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AAB9"/>
                </a:solidFill>
              </a:defRPr>
            </a:pPr>
            <a:r>
              <a:t>AttendX • Class 12 Physics • Chapter 1  |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